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0" cy="384048"/>
          </a:xfrm>
          <a:prstGeom prst="roundRect">
            <a:avLst>
              <a:gd name="adj" fmla="val 50000"/>
            </a:avLst>
          </a:prstGeom>
          <a:solidFill>
            <a:srgbClr val="E7EF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예약 연동 자동화 학교 노래방 부스 · 2차 개발 착수 브리핑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노래방 부스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A3F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해부도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웹에서 예약하고, 4자리 PIN 하나로 문을 열고 전원을 켜고, 정해진 종료곡과 함께 조용히 끝나기까지 — 무인 자동화의 전 과정을 그대로 열어봅니다.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11841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8DBC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343400"/>
            <a:ext cx="118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6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88820" y="4343400"/>
            <a:ext cx="11841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BFA5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88820" y="4343400"/>
            <a:ext cx="118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4343400"/>
            <a:ext cx="9372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7BCAC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37560" y="4343400"/>
            <a:ext cx="937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9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39412" y="4343400"/>
            <a:ext cx="192481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BBF8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39412" y="4343400"/>
            <a:ext cx="1924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B8A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YOLOv8 · ONNX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28816" y="4343400"/>
            <a:ext cx="204825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EA3A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28816" y="434340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7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Raspberry Pi 5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완성본(Mock 하드웨어) 기준 · 2차 개발(자동 타이머 + 라즈베리파이 5 실기기 연동) 착수 전 필독 자료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3152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시스템은 사실, 오감을 나눠 가진 팀입니다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눈으로 보고 · 뇌로 판단하고 · 손으로 움직이듯, 이 시스템도 5개 부품이 역할을 하나씩 나눠 맡습니다.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38042" y="2532888"/>
            <a:ext cx="640080" cy="640080"/>
          </a:xfrm>
          <a:prstGeom prst="ellipse">
            <a:avLst/>
          </a:prstGeom>
          <a:solidFill>
            <a:srgbClr val="2F86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38042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86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얼굴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 · Next.js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예약·시뮬레이터·노래기록·미니게임, 5개 탭이에요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858963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56925" y="2532888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556925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2968691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968691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 · FastAPI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005267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PIN을 확인하고 문·전원·조명을 판단해요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77846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75808" y="2532888"/>
            <a:ext cx="640080" cy="640080"/>
          </a:xfrm>
          <a:prstGeom prst="ellipse">
            <a:avLst/>
          </a:prstGeom>
          <a:solidFill>
            <a:srgbClr val="0F9E8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775808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📓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5187574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9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187574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Database · MySQL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224150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예약·PIN·노래 기록까지 6개 표에 적어요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296729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94691" y="2532888"/>
            <a:ext cx="640080" cy="640080"/>
          </a:xfrm>
          <a:prstGeom prst="ellipse">
            <a:avLst/>
          </a:prstGeom>
          <a:solidFill>
            <a:srgbClr val="DB8A1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994691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👁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7406457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B8A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406457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Vision · YOLOv8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443033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들어왔는지만 지켜봐요(노래 인식 아님)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515612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13574" y="2532888"/>
            <a:ext cx="640080" cy="640080"/>
          </a:xfrm>
          <a:prstGeom prst="ellipse">
            <a:avLst/>
          </a:prstGeom>
          <a:solidFill>
            <a:srgbClr val="E0576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213574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9625340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57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9625340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Hardware · Pi 5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9661916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도어락·릴레이·LED·스피커를 진짜로 움직여요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5778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지금부터 한 명씩, 그리고 이들이 나누는 대화를 하나씩 살펴봅니다.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SYSTEM MAP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누구에게 말을 거나요?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663440" y="1554480"/>
            <a:ext cx="24688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F86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0" y="16642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0116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 (5개 탭)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3063240"/>
            <a:ext cx="24688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28575">
            <a:solidFill>
              <a:srgbClr val="8B5C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31729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352044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 (BoothService)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5074920"/>
            <a:ext cx="24688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F9E8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51846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55321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315468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B8A1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2644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Vision 클라이언트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61188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감지만 · 독립 프로세스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869680" y="315468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0576B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8961120" y="32644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Raspberry Pi 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0" y="361188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57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없음 · 2차 개발 시작점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97880" y="2240280"/>
            <a:ext cx="0" cy="82296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709160" y="242316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70916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WebSocket + REST(JSON)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97880" y="3931920"/>
            <a:ext cx="0" cy="114300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headEnd type="triangl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709160" y="427482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09160" y="42748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/ 조회 (예약·PIN·기록)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26080" y="3497580"/>
            <a:ext cx="1737360" cy="0"/>
          </a:xfrm>
          <a:prstGeom prst="line">
            <a:avLst/>
          </a:prstGeom>
          <a:noFill/>
          <a:ln w="25400">
            <a:solidFill>
              <a:srgbClr val="DB8A1D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017520" y="3268980"/>
            <a:ext cx="1554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017520" y="32689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8A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vision/events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132320" y="3497580"/>
            <a:ext cx="1737360" cy="0"/>
          </a:xfrm>
          <a:prstGeom prst="line">
            <a:avLst/>
          </a:prstGeom>
          <a:noFill/>
          <a:ln w="25400">
            <a:solidFill>
              <a:srgbClr val="E0576B"/>
            </a:solidFill>
            <a:prstDash val="dash"/>
            <a:headEnd type="triangl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200900" y="3268980"/>
            <a:ext cx="16002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200900" y="32689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57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desired-state 계약(완성)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35508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키패드·도어락·릴레이·LED·스피커는 지금 화면 속 '가상 부스 시뮬레이터'가 대신 흉내내고 있어요 — 라즈베리파이가 붙을 계약만 미리 완성돼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6F0FD"/>
          </a:solidFill>
          <a:ln w="12700">
            <a:solidFill>
              <a:srgbClr val="A1C9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F86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2F86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🖥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얼굴 — 다섯 개의 탭으로 나뉜 화면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 · TypeScript · Tailwind CSS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2F86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103120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가상 부스 관제·키패드 시뮬레이터 — 화면 속 키패드로 PIN을 눌러 verify-keypad를 바로 테스트할 수 있어요.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5409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2F86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962656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예약 신청 &amp; PIN 발급 — 당일 예약을 막고, 같은 날짜·시간대 중복 예약도 서버가 거절해요.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13632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2F86E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822192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실시간 노래방 반주·채점(보너스) — PRD 범위를 훌쩍 넘어 마이크 음정·음량 분석과 브라우저 합성 반주까지 직접 만들었어요.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773168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2F86E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681728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나의 18번·노래 기록 ⑤ 노래 퀴즈 미니게임 — 두 탭도 함께 있어요.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49440" y="2103120"/>
            <a:ext cx="4602175" cy="1645920"/>
          </a:xfrm>
          <a:prstGeom prst="roundRect">
            <a:avLst>
              <a:gd name="adj" fmla="val 5000"/>
            </a:avLst>
          </a:prstGeom>
          <a:solidFill>
            <a:srgbClr val="10121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 신청 → 발급되는 PIN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150608" y="2523744"/>
            <a:ext cx="419983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/api/reservations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"grade": 2, "student_name": "김민제",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"time_slot": "lunch"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{ "data": { "pin_code": "3482" } }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1EBFE"/>
          </a:solidFill>
          <a:ln w="12700">
            <a:solidFill>
              <a:srgbClr val="CBB6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 — PIN 하나로 문·전원·조명을 결정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 · 라우터 4개: devices · reservations · booth · songs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103120"/>
            <a:ext cx="57150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BoothService 함수 4개가 전부예요: verify_and_trigger · trigger_entry · trigger_10min_warning · trigger_session_end.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32841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고정 PIN 9179는 도어+LED만 켜고 전원(릴레이)은 제외해요 — 점검 모드예요.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87952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096512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편의용 PIN 1234도 코드에 하드코딩돼 있어요 — DB에 예약이 없어도 통과됩니다.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49440" y="2103120"/>
            <a:ext cx="4602175" cy="1353312"/>
          </a:xfrm>
          <a:prstGeom prst="roundRect">
            <a:avLst>
              <a:gd name="adj" fmla="val 6081"/>
            </a:avLst>
          </a:prstGeom>
          <a:solidFill>
            <a:srgbClr val="1012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booth_service.py 핵심 상수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50608" y="2523744"/>
            <a:ext cx="4199839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MASTER_PIN = "9179"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2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종료 시 재생되는 곡(하드코딩)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 = "더윈드 - 다시 만나 (0:58~)"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F3F1"/>
          </a:solidFill>
          <a:ln w="12700">
            <a:solidFill>
              <a:srgbClr val="93D3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F9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0F9E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📓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 — 예약 중복은 DB가 이중으로 막아요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— 6개 테이블: devices · sensor_readings · control_log · vision_events · reservations · song_history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2065264" cy="749808"/>
          </a:xfrm>
          <a:prstGeom prst="roundRect">
            <a:avLst>
              <a:gd name="adj" fmla="val 853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240280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door_lock_1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551176"/>
            <a:ext cx="184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솔레노이드 도어락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51648" y="2148840"/>
            <a:ext cx="2065264" cy="749808"/>
          </a:xfrm>
          <a:prstGeom prst="roundRect">
            <a:avLst>
              <a:gd name="adj" fmla="val 853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61376" y="2240280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relay_1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961376" y="2551176"/>
            <a:ext cx="184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 전원 릴레이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63216" y="2148840"/>
            <a:ext cx="2065264" cy="749808"/>
          </a:xfrm>
          <a:prstGeom prst="roundRect">
            <a:avLst>
              <a:gd name="adj" fmla="val 853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72944" y="2240280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led_1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172944" y="2551176"/>
            <a:ext cx="184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부스 조명 LED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274784" y="2148840"/>
            <a:ext cx="2065264" cy="749808"/>
          </a:xfrm>
          <a:prstGeom prst="roundRect">
            <a:avLst>
              <a:gd name="adj" fmla="val 853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84512" y="2240280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speaker_1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384512" y="2551176"/>
            <a:ext cx="184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스피커/오디오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486351" y="2148840"/>
            <a:ext cx="2065264" cy="749808"/>
          </a:xfrm>
          <a:prstGeom prst="roundRect">
            <a:avLst>
              <a:gd name="adj" fmla="val 853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96079" y="2240280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keypad_1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596079" y="2551176"/>
            <a:ext cx="184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4x4 키패드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3017520"/>
            <a:ext cx="2065264" cy="749808"/>
          </a:xfrm>
          <a:prstGeom prst="roundRect">
            <a:avLst>
              <a:gd name="adj" fmla="val 853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3108960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pir_1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3419856"/>
            <a:ext cx="184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입장 감지 센서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" y="4023360"/>
            <a:ext cx="10911535" cy="1024128"/>
          </a:xfrm>
          <a:prstGeom prst="roundRect">
            <a:avLst>
              <a:gd name="adj" fmla="val 7143"/>
            </a:avLst>
          </a:prstGeom>
          <a:solidFill>
            <a:srgbClr val="E9F6F1"/>
          </a:solidFill>
          <a:ln w="12700">
            <a:solidFill>
              <a:srgbClr val="9AD8B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1248" y="4114800"/>
            <a:ext cx="1050919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 주목할 점: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reservations 표에 UNIQUE KEY(reservation_date, time_slot)가 있어요 — 라우터 코드가 막아도, DB 자체가 한 번 더 막아줘요. song_history의 sing_count&gt;=3이면 '나의 18번' 목록에 올라가요.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BF1E4"/>
          </a:solidFill>
          <a:ln w="12700">
            <a:solidFill>
              <a:srgbClr val="EFCA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B8A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DB8A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👁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 — 노래가 아니라 사람만 봐요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OpenCV · YOLOv8n(ONNX, onnxruntime 우선 + OpenCV DNN 대체)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DB8A1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103120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딱 하나만 감지해요: COCO 클래스 0(사람) — 노래 소리·음정 인식은 이 파일과 무관해요(그건 프론트엔드 브라우저가 해요).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5409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DB8A1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962656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AGENTS.md는 'YOLO/mediapipe'라고 적어놨지만, 실제 코드엔 mediapipe가 전혀 없어요.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13632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DB8A1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822192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키보드 P로 감지 여부를 직접 흉내낼 수 있어요(웹캠 없을 때 테스트용).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49440" y="2103120"/>
            <a:ext cx="4602175" cy="1645920"/>
          </a:xfrm>
          <a:prstGeom prst="roundRect">
            <a:avLst>
              <a:gd name="adj" fmla="val 5000"/>
            </a:avLst>
          </a:prstGeom>
          <a:solidFill>
            <a:srgbClr val="1012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vision/main.py → backend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50608" y="2523744"/>
            <a:ext cx="419983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/api/v1/vision/events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"event_type": "person_detected",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"detected": true, "count": 1,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"confidence": 0.95 }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49440" y="3931920"/>
            <a:ext cx="4602175" cy="1097280"/>
          </a:xfrm>
          <a:prstGeom prst="roundRect">
            <a:avLst>
              <a:gd name="adj" fmla="val 7500"/>
            </a:avLst>
          </a:prstGeom>
          <a:solidFill>
            <a:srgbClr val="10121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50608" y="40599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트리거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150608" y="4352544"/>
            <a:ext cx="41998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감지되면 자동으로 trigger_entry()가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불려 환영 안내가 나가요.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BEBED"/>
          </a:solidFill>
          <a:ln w="12700">
            <a:solidFill>
              <a:srgbClr val="F1B3B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057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HARDWARE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E057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— 아직 손이 없어요, 계획은 있어요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라즈베리파이 5 · gpiozero(2차 목표) · 지금은 화면 속 가상 시뮬레이터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E0576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103120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pi/ 폴더엔 .env.example뿐이에요 — pi/main.py는 아직 없어요.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5409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E0576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962656"/>
            <a:ext cx="57150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GPIO 배치는 문서에 이미 제안돼 있어요: 도어락 GPIO17, 릴레이 GPIO27, LED GPIO22, 키패드 4x4 GPIO 5·6·13·19 / 26·16·20·21, PIR GPIO24.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87952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E057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096512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스피커는 GPIO가 아니라 3.5mm 오디오/USB DAC — pygame으로 재생할 계획이에요.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49440" y="2103120"/>
            <a:ext cx="4602175" cy="1353312"/>
          </a:xfrm>
          <a:prstGeom prst="roundRect">
            <a:avLst>
              <a:gd name="adj" fmla="val 6081"/>
            </a:avLst>
          </a:prstGeom>
          <a:solidFill>
            <a:srgbClr val="1012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pi/.env.example (지금 있는 유일한 파일)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50608" y="2523744"/>
            <a:ext cx="4199839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BACKEND_URL=http://192.168.0.100:8000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DEVICE_API_KEY=your_secret_device_api_key_here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GPIOZERO_PIN_FACTORY=lgpio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연동의 규칙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부품이 대화하는 공용어 : REST API + JSON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API는 '식당 메뉴판'과 같아요 — 정확한 이름(URL)과 주문서 양식(JSON)만 지키면 음식이 나옵니다.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0B5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10312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X-Device-Api-Key — 기계용. 다른 팀과 대소문자까지 동일해요.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0B5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74320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Authorization — 사람용.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49440" y="2103120"/>
            <a:ext cx="4602175" cy="1060704"/>
          </a:xfrm>
          <a:prstGeom prst="roundRect">
            <a:avLst>
              <a:gd name="adj" fmla="val 7759"/>
            </a:avLst>
          </a:prstGeom>
          <a:solidFill>
            <a:srgbClr val="1012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주문서(요청) → PIN 검증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150608" y="2523744"/>
            <a:ext cx="4199839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/api/booth/verify-keypad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"pin": "3482" }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49440" y="3346704"/>
            <a:ext cx="4602175" cy="1097280"/>
          </a:xfrm>
          <a:prstGeom prst="roundRect">
            <a:avLst>
              <a:gd name="adj" fmla="val 7500"/>
            </a:avLst>
          </a:prstGeom>
          <a:solidFill>
            <a:srgbClr val="10121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50608" y="3474720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음식(응답)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150608" y="3767328"/>
            <a:ext cx="41998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"success": true, "mode": "user",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"user_name": "김민제" } 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6080760"/>
            <a:ext cx="10911535" cy="786384"/>
          </a:xfrm>
          <a:prstGeom prst="roundRect">
            <a:avLst>
              <a:gd name="adj" fmla="val 9302"/>
            </a:avLst>
          </a:prstGeom>
          <a:solidFill>
            <a:srgbClr val="FAF2E7"/>
          </a:solidFill>
          <a:ln w="12700">
            <a:solidFill>
              <a:srgbClr val="E7C3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6172200"/>
            <a:ext cx="105091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97A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솔직 고백: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출입증은 Supabase 환경변수가 없으면 검증을 건너뛰고 가짜 사용자로 통과시켜요 — 로컬 개발 단계의 임시 조치예요.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TRIGGER RULES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PIN 하나, 이벤트 하나가 만드는 다섯 장면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4480560" cy="753466"/>
          </a:xfrm>
          <a:prstGeom prst="roundRect">
            <a:avLst>
              <a:gd name="adj" fmla="val 8495"/>
            </a:avLst>
          </a:prstGeom>
          <a:solidFill>
            <a:srgbClr val="FCF6ED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783080"/>
            <a:ext cx="4151376" cy="753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🔑 학생 PIN 인증 성공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193792" y="2159813"/>
            <a:ext cx="432511" cy="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065215" y="1783080"/>
            <a:ext cx="5486400" cy="753466"/>
          </a:xfrm>
          <a:prstGeom prst="roundRect">
            <a:avLst>
              <a:gd name="adj" fmla="val 8495"/>
            </a:avLst>
          </a:prstGeom>
          <a:solidFill>
            <a:srgbClr val="FDF2F3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29807" y="1783080"/>
            <a:ext cx="5157216" cy="753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🚪 도어락 해제 + 릴레이 전원 ON + LED ON + 환영 안내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646274"/>
            <a:ext cx="4480560" cy="753466"/>
          </a:xfrm>
          <a:prstGeom prst="roundRect">
            <a:avLst>
              <a:gd name="adj" fmla="val 8495"/>
            </a:avLst>
          </a:prstGeom>
          <a:solidFill>
            <a:srgbClr val="FCF6ED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2646274"/>
            <a:ext cx="4151376" cy="753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🔑 관리자 PIN(9179) 인증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193792" y="3023006"/>
            <a:ext cx="432511" cy="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65215" y="2646274"/>
            <a:ext cx="5486400" cy="753466"/>
          </a:xfrm>
          <a:prstGeom prst="roundRect">
            <a:avLst>
              <a:gd name="adj" fmla="val 8495"/>
            </a:avLst>
          </a:prstGeom>
          <a:solidFill>
            <a:srgbClr val="FDF2F3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29807" y="2646274"/>
            <a:ext cx="5157216" cy="753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🚪 도어락 해제 + LED ON — 전원은 켜지 않음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509467"/>
            <a:ext cx="4480560" cy="753466"/>
          </a:xfrm>
          <a:prstGeom prst="roundRect">
            <a:avLst>
              <a:gd name="adj" fmla="val 8495"/>
            </a:avLst>
          </a:prstGeom>
          <a:solidFill>
            <a:srgbClr val="FCF6ED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509467"/>
            <a:ext cx="4151376" cy="753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👁 입장 감지(사람 인식)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193792" y="3886200"/>
            <a:ext cx="432511" cy="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065215" y="3509467"/>
            <a:ext cx="5486400" cy="753466"/>
          </a:xfrm>
          <a:prstGeom prst="roundRect">
            <a:avLst>
              <a:gd name="adj" fmla="val 8495"/>
            </a:avLst>
          </a:prstGeom>
          <a:solidFill>
            <a:srgbClr val="FDF2F3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29807" y="3509467"/>
            <a:ext cx="5157216" cy="753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🔔 환영 안내 음성 재생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372661"/>
            <a:ext cx="4480560" cy="753466"/>
          </a:xfrm>
          <a:prstGeom prst="roundRect">
            <a:avLst>
              <a:gd name="adj" fmla="val 8495"/>
            </a:avLst>
          </a:prstGeom>
          <a:solidFill>
            <a:srgbClr val="FCF6ED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4372661"/>
            <a:ext cx="4151376" cy="753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⏱ 종료 10분 전 (수동 버튼)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193792" y="4749394"/>
            <a:ext cx="432511" cy="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065215" y="4372661"/>
            <a:ext cx="5486400" cy="753466"/>
          </a:xfrm>
          <a:prstGeom prst="roundRect">
            <a:avLst>
              <a:gd name="adj" fmla="val 8495"/>
            </a:avLst>
          </a:prstGeom>
          <a:solidFill>
            <a:srgbClr val="FDF2F3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29807" y="4372661"/>
            <a:ext cx="5157216" cy="753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⚡ LED 깜빡임 + 정리 안내 음성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5235854"/>
            <a:ext cx="4480560" cy="753466"/>
          </a:xfrm>
          <a:prstGeom prst="roundRect">
            <a:avLst>
              <a:gd name="adj" fmla="val 8495"/>
            </a:avLst>
          </a:prstGeom>
          <a:solidFill>
            <a:srgbClr val="FCF6ED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" y="5235854"/>
            <a:ext cx="4151376" cy="753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🚫 이용 종료 (수동 버튼)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193792" y="5612587"/>
            <a:ext cx="432511" cy="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065215" y="5235854"/>
            <a:ext cx="5486400" cy="753466"/>
          </a:xfrm>
          <a:prstGeom prst="roundRect">
            <a:avLst>
              <a:gd name="adj" fmla="val 8495"/>
            </a:avLst>
          </a:prstGeom>
          <a:solidFill>
            <a:srgbClr val="FDF2F3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29807" y="5235854"/>
            <a:ext cx="5157216" cy="753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종료곡 재생 → 전원 OFF + 도어락 잠김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6080760"/>
            <a:ext cx="10911535" cy="1024128"/>
          </a:xfrm>
          <a:prstGeom prst="roundRect">
            <a:avLst>
              <a:gd name="adj" fmla="val 7143"/>
            </a:avLst>
          </a:prstGeom>
          <a:solidFill>
            <a:srgbClr val="FAF2E7"/>
          </a:solidFill>
          <a:ln w="12700">
            <a:solidFill>
              <a:srgbClr val="E7C39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1248" y="6172200"/>
            <a:ext cx="1050919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97A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솔직 고백: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'예약 시간에 따라 자동으로'라고 문서엔 적혀 있지만, 지금 코드에는 시간을 재는 스케줄러가 없어요 — 10분 전 경고와 종료는 전부 위 화면의 버튼을 눌러야만 실행돼요. 이 자동 타이머를 만드는 것이 2차 개발의 핵심 과제예요.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MOCK ↔ 실기기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스턴트 대역 배우 — DeviceProvider 패턴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대본(백엔드 코드)은 '누가' 연기하는지 몰라요 — 정해진 4개 동작만 똑같이 해내면 됩니다.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모두가 지키는 4개의 동작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1460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체크 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get_device_status()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8036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체크 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set_actuator_state()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24612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체크 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read_sensor_value()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1188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체크 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get_all_statuses()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114800"/>
            <a:ext cx="5669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MockDeviceProvider(가짜 배우)가 6개 장치 전부를 즉시·항상 성공으로 연기해요. hardware_provider.py는 아직 없어서 DEVICE_MODE를 바꿔도 조용히 Mock으로 되돌아갑니다.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29400" y="2103120"/>
            <a:ext cx="4922215" cy="2743200"/>
          </a:xfrm>
          <a:prstGeom prst="roundRect">
            <a:avLst>
              <a:gd name="adj" fmla="val 3000"/>
            </a:avLst>
          </a:prstGeom>
          <a:solidFill>
            <a:srgbClr val="10121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30568" y="2231136"/>
            <a:ext cx="4519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상태 스냅샷 (정직 버전)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830568" y="2560320"/>
            <a:ext cx="2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도어락·릴레이·LED·스피커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287396" y="2615184"/>
            <a:ext cx="2165775" cy="274320"/>
          </a:xfrm>
          <a:prstGeom prst="roundRect">
            <a:avLst>
              <a:gd name="adj" fmla="val 50000"/>
            </a:avLst>
          </a:prstGeom>
          <a:ln w="15875">
            <a:solidFill>
              <a:srgbClr val="C97A0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87396" y="2615184"/>
            <a:ext cx="216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7A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속 Mock 중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830568" y="3017520"/>
            <a:ext cx="2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감지(person)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87396" y="3072384"/>
            <a:ext cx="2165775" cy="274320"/>
          </a:xfrm>
          <a:prstGeom prst="roundRect">
            <a:avLst>
              <a:gd name="adj" fmla="val 50000"/>
            </a:avLst>
          </a:prstGeom>
          <a:ln w="15875">
            <a:solidFill>
              <a:srgbClr val="1FA97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87396" y="3072384"/>
            <a:ext cx="216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A9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YOLOv8n 진짜 작동 중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830568" y="3474720"/>
            <a:ext cx="2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 시간 자동 타이머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287396" y="3529584"/>
            <a:ext cx="2165775" cy="274320"/>
          </a:xfrm>
          <a:prstGeom prst="roundRect">
            <a:avLst>
              <a:gd name="adj" fmla="val 50000"/>
            </a:avLst>
          </a:prstGeom>
          <a:ln w="15875">
            <a:solidFill>
              <a:srgbClr val="D8434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87396" y="3529584"/>
            <a:ext cx="216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43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없음(수동 버튼)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30568" y="3931920"/>
            <a:ext cx="2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라즈베리파이 코드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287396" y="3986784"/>
            <a:ext cx="2165775" cy="274320"/>
          </a:xfrm>
          <a:prstGeom prst="roundRect">
            <a:avLst>
              <a:gd name="adj" fmla="val 50000"/>
            </a:avLst>
          </a:prstGeom>
          <a:ln w="15875">
            <a:solidFill>
              <a:srgbClr val="D8434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87396" y="3986784"/>
            <a:ext cx="216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43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없음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830568" y="4389120"/>
            <a:ext cx="2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예약·PIN·DB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287396" y="4443984"/>
            <a:ext cx="2165775" cy="274320"/>
          </a:xfrm>
          <a:prstGeom prst="roundRect">
            <a:avLst>
              <a:gd name="adj" fmla="val 50000"/>
            </a:avLst>
          </a:prstGeom>
          <a:ln w="15875">
            <a:solidFill>
              <a:srgbClr val="1FA97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87396" y="4443984"/>
            <a:ext cx="216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A9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작동 중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미션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여러분이 이어받을 4가지 과제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1468" cy="1691640"/>
          </a:xfrm>
          <a:prstGeom prst="roundRect">
            <a:avLst>
              <a:gd name="adj" fmla="val 4865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476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5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47672"/>
            <a:ext cx="44727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타이머 구현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404872"/>
            <a:ext cx="497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 시간이 되면 스스로 전원을 켜고, 10분 전 경고·종료를 자동 실행하는 스케줄러를 추가합니다.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145536"/>
            <a:ext cx="497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backend/services/booth_service.py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0148" y="1783080"/>
            <a:ext cx="5341468" cy="1691640"/>
          </a:xfrm>
          <a:prstGeom prst="roundRect">
            <a:avLst>
              <a:gd name="adj" fmla="val 4865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93028" y="19476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5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93028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95948" y="1947672"/>
            <a:ext cx="44727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라즈베리파이 5 실기기 전환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393028" y="2404872"/>
            <a:ext cx="497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pi/main.py를 새로 작성합니다 — GPIO 배치는 부록 문서에 이미 제안돼 있어요.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393028" y="3145536"/>
            <a:ext cx="497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부록C · 03 핸드오버 가이드 과제 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3703320"/>
            <a:ext cx="5341468" cy="1691640"/>
          </a:xfrm>
          <a:prstGeom prst="roundRect">
            <a:avLst>
              <a:gd name="adj" fmla="val 4865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867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5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867912"/>
            <a:ext cx="44727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모드 로그 남기기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325112"/>
            <a:ext cx="497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관리자 PIN 사용 이력이 별도로 구분·기록되지 않아요 — control_log에 명확히 남기도록 개선합니다.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065776"/>
            <a:ext cx="497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backend/db/init.sql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0148" y="3703320"/>
            <a:ext cx="5341468" cy="1691640"/>
          </a:xfrm>
          <a:prstGeom prst="roundRect">
            <a:avLst>
              <a:gd name="adj" fmla="val 4865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93028" y="3867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5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93028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95948" y="3867912"/>
            <a:ext cx="44727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배포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6393028" y="4325112"/>
            <a:ext cx="497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→ Supabase(PostgreSQL) 마이그레이션, Render(백엔드) · Vercel(프론트) 배포.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393028" y="5065776"/>
            <a:ext cx="497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핸드오버 가이드 과제 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0080" y="5486400"/>
            <a:ext cx="10911535" cy="786384"/>
          </a:xfrm>
          <a:prstGeom prst="roundRect">
            <a:avLst>
              <a:gd name="adj" fmla="val 9302"/>
            </a:avLst>
          </a:prstGeom>
          <a:solidFill>
            <a:srgbClr val="E9F6F1"/>
          </a:solidFill>
          <a:ln w="12700">
            <a:solidFill>
              <a:srgbClr val="9AD8B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1248" y="5577840"/>
            <a:ext cx="105091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 주목할 점: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AI 채팅을 열 때마다 docs/03-2차개발-생성형AI-핸드오버-가이드.md의 '시스템 프롬프트'부터 붙여넣으세요.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행선지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막히면, 여기부터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77440"/>
                <a:gridCol w="1645920"/>
                <a:gridCol w="505937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먼저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필요할 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 전원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부록G 슬라이드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01, 02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부록A, 부록B, 부록F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백엔드 · DB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부록G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01, 02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부록C, 부록D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프론트엔드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부록G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01, 02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부록C(3·7장)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라즈베리파이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부록G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01, 02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부록E → 부록C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영상인식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부록G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01, 02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436168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확인한 것 — 5개 부품, 하나의 대화 규칙(REST + JSON), 그리고 아직 자동화되지 않은 시간 감지. 이제 코드를 열어보세요.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581248" y="5897880"/>
            <a:ext cx="640080" cy="640080"/>
          </a:xfrm>
          <a:prstGeom prst="ellipse">
            <a:avLst/>
          </a:prstGeom>
          <a:solidFill>
            <a:srgbClr val="2F86E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58124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678528" y="589788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67852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5775808" y="5897880"/>
            <a:ext cx="640080" cy="640080"/>
          </a:xfrm>
          <a:prstGeom prst="ellipse">
            <a:avLst/>
          </a:prstGeom>
          <a:solidFill>
            <a:srgbClr val="0F9E8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77580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📓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6873088" y="5897880"/>
            <a:ext cx="640080" cy="640080"/>
          </a:xfrm>
          <a:prstGeom prst="ellipse">
            <a:avLst/>
          </a:prstGeom>
          <a:solidFill>
            <a:srgbClr val="DB8A1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87308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👁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7970368" y="5897880"/>
            <a:ext cx="640080" cy="640080"/>
          </a:xfrm>
          <a:prstGeom prst="ellipse">
            <a:avLst/>
          </a:prstGeom>
          <a:solidFill>
            <a:srgbClr val="E0576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97036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2026-09-06T05:43:24Z</dcterms:created>
  <dcterms:modified xsi:type="dcterms:W3CDTF">2026-09-06T05:43:24Z</dcterms:modified>
</cp:coreProperties>
</file>